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D7B77-AF86-44AB-954A-7BE378B59B4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BB32A-0AAC-481D-9359-40B383D8720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D7B77-AF86-44AB-954A-7BE378B59B4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BB32A-0AAC-481D-9359-40B383D872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D7B77-AF86-44AB-954A-7BE378B59B4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BB32A-0AAC-481D-9359-40B383D87202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D7B77-AF86-44AB-954A-7BE378B59B4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BB32A-0AAC-481D-9359-40B383D872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D7B77-AF86-44AB-954A-7BE378B59B4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BB32A-0AAC-481D-9359-40B383D872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D7B77-AF86-44AB-954A-7BE378B59B4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BB32A-0AAC-481D-9359-40B383D872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D7B77-AF86-44AB-954A-7BE378B59B4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BB32A-0AAC-481D-9359-40B383D872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D7B77-AF86-44AB-954A-7BE378B59B4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BB32A-0AAC-481D-9359-40B383D872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D7B77-AF86-44AB-954A-7BE378B59B4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59EBB32A-0AAC-481D-9359-40B383D8720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D7B77-AF86-44AB-954A-7BE378B59B4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BB32A-0AAC-481D-9359-40B383D872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D7B77-AF86-44AB-954A-7BE378B59B4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EBB32A-0AAC-481D-9359-40B383D872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11D7B77-AF86-44AB-954A-7BE378B59B4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9EBB32A-0AAC-481D-9359-40B383D87202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2343152"/>
          </a:xfrm>
        </p:spPr>
        <p:txBody>
          <a:bodyPr/>
          <a:lstStyle/>
          <a:p>
            <a:pPr algn="ctr"/>
            <a:r>
              <a:rPr lang="en-US" dirty="0" err="1" smtClean="0"/>
              <a:t>AdaBoostAlgorithm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72" y="704088"/>
            <a:ext cx="8115328" cy="172478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err="1" smtClean="0"/>
              <a:t>AdaBoostRegressor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b="1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43042" y="1669828"/>
            <a:ext cx="5929354" cy="4980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AdaBoost</a:t>
            </a:r>
            <a:r>
              <a:rPr lang="en-US" dirty="0" smtClean="0"/>
              <a:t> </a:t>
            </a:r>
            <a:r>
              <a:rPr lang="en-US" dirty="0" err="1" smtClean="0"/>
              <a:t>regressor</a:t>
            </a:r>
            <a:r>
              <a:rPr lang="en-US" dirty="0" smtClean="0"/>
              <a:t> 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</a:t>
            </a:r>
            <a:r>
              <a:rPr lang="en-US" dirty="0" err="1" smtClean="0"/>
              <a:t>AdaBoost</a:t>
            </a:r>
            <a:r>
              <a:rPr lang="en-US" dirty="0" smtClean="0"/>
              <a:t> </a:t>
            </a:r>
            <a:r>
              <a:rPr lang="en-US" dirty="0" err="1" smtClean="0"/>
              <a:t>regressor</a:t>
            </a:r>
            <a:r>
              <a:rPr lang="en-US" dirty="0" smtClean="0"/>
              <a:t> </a:t>
            </a:r>
            <a:r>
              <a:rPr lang="en-US" dirty="0" smtClean="0"/>
              <a:t>is a meta-estimator that begins by fitting a </a:t>
            </a:r>
            <a:r>
              <a:rPr lang="en-US" dirty="0" err="1" smtClean="0"/>
              <a:t>regressor</a:t>
            </a:r>
            <a:r>
              <a:rPr lang="en-US" dirty="0" smtClean="0"/>
              <a:t> on the original dataset and then fits additional copies of the </a:t>
            </a:r>
            <a:r>
              <a:rPr lang="en-US" dirty="0" err="1" smtClean="0"/>
              <a:t>regressor</a:t>
            </a:r>
            <a:r>
              <a:rPr lang="en-US" dirty="0" smtClean="0"/>
              <a:t> on the same dataset but where the weights of instances are adjusted according to the error of the current prediction. As such, subsequent </a:t>
            </a:r>
            <a:r>
              <a:rPr lang="en-US" dirty="0" err="1" smtClean="0"/>
              <a:t>regressors</a:t>
            </a:r>
            <a:r>
              <a:rPr lang="en-US" dirty="0" smtClean="0"/>
              <a:t> focus more on difficult cases.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Parameters: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Estimator : </a:t>
            </a:r>
            <a:r>
              <a:rPr lang="en-US" b="1" i="1" dirty="0" smtClean="0"/>
              <a:t>object</a:t>
            </a:r>
            <a:r>
              <a:rPr lang="en-US" b="1" i="1" dirty="0" smtClean="0"/>
              <a:t>, </a:t>
            </a:r>
            <a:r>
              <a:rPr lang="en-US" b="1" i="1" dirty="0" smtClean="0"/>
              <a:t>default=None</a:t>
            </a:r>
          </a:p>
          <a:p>
            <a:r>
              <a:rPr lang="en-US" b="1" dirty="0" err="1" smtClean="0"/>
              <a:t>n_estimators</a:t>
            </a:r>
            <a:r>
              <a:rPr lang="en-US" b="1" dirty="0" smtClean="0"/>
              <a:t>: </a:t>
            </a:r>
            <a:r>
              <a:rPr lang="en-US" b="1" i="1" dirty="0" err="1" smtClean="0"/>
              <a:t>int</a:t>
            </a:r>
            <a:r>
              <a:rPr lang="en-US" b="1" i="1" dirty="0" smtClean="0"/>
              <a:t>, </a:t>
            </a:r>
            <a:r>
              <a:rPr lang="en-US" b="1" i="1" dirty="0" smtClean="0"/>
              <a:t>default=50</a:t>
            </a:r>
          </a:p>
          <a:p>
            <a:r>
              <a:rPr lang="en-US" b="1" dirty="0" err="1" smtClean="0"/>
              <a:t>learning_rate</a:t>
            </a:r>
            <a:r>
              <a:rPr lang="en-US" b="1" dirty="0" smtClean="0"/>
              <a:t>: </a:t>
            </a:r>
            <a:r>
              <a:rPr lang="en-US" b="1" i="1" dirty="0" smtClean="0"/>
              <a:t>float</a:t>
            </a:r>
            <a:r>
              <a:rPr lang="en-US" b="1" i="1" dirty="0" smtClean="0"/>
              <a:t>, </a:t>
            </a:r>
            <a:r>
              <a:rPr lang="en-US" b="1" i="1" dirty="0" smtClean="0"/>
              <a:t>default=1.0</a:t>
            </a:r>
          </a:p>
          <a:p>
            <a:r>
              <a:rPr lang="en-US" b="1" dirty="0" smtClean="0"/>
              <a:t>Loss: </a:t>
            </a:r>
            <a:r>
              <a:rPr lang="en-US" b="1" i="1" dirty="0" smtClean="0"/>
              <a:t>{‘</a:t>
            </a:r>
            <a:r>
              <a:rPr lang="en-US" b="1" i="1" dirty="0" smtClean="0"/>
              <a:t>linear’, ‘square’, ‘exponential’}, default=’linear</a:t>
            </a:r>
            <a:r>
              <a:rPr lang="en-US" b="1" i="1" dirty="0" smtClean="0"/>
              <a:t>’</a:t>
            </a:r>
          </a:p>
          <a:p>
            <a:r>
              <a:rPr lang="en-US" b="1" dirty="0" err="1" smtClean="0"/>
              <a:t>random_state</a:t>
            </a:r>
            <a:r>
              <a:rPr lang="en-US" b="1" dirty="0" smtClean="0"/>
              <a:t>: </a:t>
            </a:r>
            <a:r>
              <a:rPr lang="en-US" b="1" i="1" dirty="0" err="1" smtClean="0"/>
              <a:t>int</a:t>
            </a:r>
            <a:r>
              <a:rPr lang="en-US" b="1" i="1" dirty="0" smtClean="0"/>
              <a:t>, </a:t>
            </a:r>
            <a:r>
              <a:rPr lang="en-US" b="1" i="1" dirty="0" err="1" smtClean="0"/>
              <a:t>RandomState</a:t>
            </a:r>
            <a:r>
              <a:rPr lang="en-US" b="1" i="1" dirty="0" smtClean="0"/>
              <a:t> instance or None, default=None </a:t>
            </a:r>
            <a:r>
              <a:rPr lang="en-US" b="1" i="1" dirty="0" smtClean="0"/>
              <a:t/>
            </a:r>
            <a:br>
              <a:rPr lang="en-US" b="1" i="1" dirty="0" smtClean="0"/>
            </a:br>
            <a:endParaRPr lang="en-US" b="1" i="1" dirty="0" smtClean="0"/>
          </a:p>
          <a:p>
            <a:endParaRPr lang="en-US" b="1" i="1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543956" cy="4389120"/>
          </a:xfrm>
        </p:spPr>
        <p:txBody>
          <a:bodyPr/>
          <a:lstStyle/>
          <a:p>
            <a:pPr>
              <a:buNone/>
            </a:pPr>
            <a:r>
              <a:rPr lang="en-US" b="1" i="1" dirty="0" smtClean="0"/>
              <a:t>from </a:t>
            </a:r>
            <a:r>
              <a:rPr lang="en-US" b="1" i="1" dirty="0" err="1" smtClean="0"/>
              <a:t>sklearn.ensemble</a:t>
            </a:r>
            <a:r>
              <a:rPr lang="en-US" b="1" i="1" dirty="0" smtClean="0"/>
              <a:t> import </a:t>
            </a:r>
            <a:r>
              <a:rPr lang="en-US" b="1" i="1" dirty="0" err="1" smtClean="0"/>
              <a:t>AdaBoostRegressor</a:t>
            </a:r>
            <a:endParaRPr lang="en-US" b="1" i="1" dirty="0" smtClean="0"/>
          </a:p>
          <a:p>
            <a:pPr>
              <a:buNone/>
            </a:pPr>
            <a:r>
              <a:rPr lang="en-US" b="1" i="1" dirty="0" err="1" smtClean="0"/>
              <a:t>Regressor</a:t>
            </a:r>
            <a:r>
              <a:rPr lang="en-US" b="1" i="1" dirty="0" smtClean="0"/>
              <a:t>=</a:t>
            </a:r>
            <a:r>
              <a:rPr lang="en-US" b="1" i="1" dirty="0" err="1" smtClean="0"/>
              <a:t>AdaBoostRegressor</a:t>
            </a:r>
            <a:r>
              <a:rPr lang="en-US" b="1" i="1" dirty="0" smtClean="0"/>
              <a:t>()</a:t>
            </a:r>
          </a:p>
          <a:p>
            <a:pPr>
              <a:buNone/>
            </a:pPr>
            <a:r>
              <a:rPr lang="en-US" b="1" i="1" dirty="0" smtClean="0"/>
              <a:t>regressor.fit(</a:t>
            </a:r>
            <a:r>
              <a:rPr lang="en-US" b="1" i="1" dirty="0" err="1" smtClean="0"/>
              <a:t>x_train,y_train</a:t>
            </a:r>
            <a:r>
              <a:rPr lang="en-US" b="1" i="1" dirty="0" smtClean="0"/>
              <a:t>)</a:t>
            </a:r>
            <a:endParaRPr lang="en-US" b="1" i="1" dirty="0" smtClean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58</TotalTime>
  <Words>114</Words>
  <Application>Microsoft Office PowerPoint</Application>
  <PresentationFormat>On-screen Show (4:3)</PresentationFormat>
  <Paragraphs>14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Flow</vt:lpstr>
      <vt:lpstr>AdaBoostAlgorithm</vt:lpstr>
      <vt:lpstr>   AdaBoostRegressor </vt:lpstr>
      <vt:lpstr>What is AdaBoost regressor ?</vt:lpstr>
      <vt:lpstr>Parameters:</vt:lpstr>
      <vt:lpstr>Code: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AdaBoostAlgorithm</dc:title>
  <dc:creator>user</dc:creator>
  <cp:lastModifiedBy>user</cp:lastModifiedBy>
  <cp:revision>6</cp:revision>
  <dcterms:created xsi:type="dcterms:W3CDTF">2026-03-01T13:53:59Z</dcterms:created>
  <dcterms:modified xsi:type="dcterms:W3CDTF">2026-03-01T14:52:47Z</dcterms:modified>
</cp:coreProperties>
</file>