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3" d="100"/>
          <a:sy n="83" d="100"/>
        </p:scale>
        <p:origin x="-1426" y="-77"/>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A11D7B77-AF86-44AB-954A-7BE378B59B44}" type="datetimeFigureOut">
              <a:rPr lang="en-US" smtClean="0"/>
              <a:pPr/>
              <a:t>3/2/2026</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59EBB32A-0AAC-481D-9359-40B383D87202}"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11D7B77-AF86-44AB-954A-7BE378B59B44}" type="datetimeFigureOut">
              <a:rPr lang="en-US" smtClean="0"/>
              <a:pPr/>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EBB32A-0AAC-481D-9359-40B383D8720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A11D7B77-AF86-44AB-954A-7BE378B59B44}" type="datetimeFigureOut">
              <a:rPr lang="en-US" smtClean="0"/>
              <a:pPr/>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EBB32A-0AAC-481D-9359-40B383D87202}"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11D7B77-AF86-44AB-954A-7BE378B59B44}" type="datetimeFigureOut">
              <a:rPr lang="en-US" smtClean="0"/>
              <a:pPr/>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EBB32A-0AAC-481D-9359-40B383D8720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11D7B77-AF86-44AB-954A-7BE378B59B44}" type="datetimeFigureOut">
              <a:rPr lang="en-US" smtClean="0"/>
              <a:pPr/>
              <a:t>3/2/2026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EBB32A-0AAC-481D-9359-40B383D8720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A11D7B77-AF86-44AB-954A-7BE378B59B44}" type="datetimeFigureOut">
              <a:rPr lang="en-US" smtClean="0"/>
              <a:pPr/>
              <a:t>3/2/2026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EBB32A-0AAC-481D-9359-40B383D8720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1D7B77-AF86-44AB-954A-7BE378B59B44}" type="datetimeFigureOut">
              <a:rPr lang="en-US" smtClean="0"/>
              <a:pPr/>
              <a:t>3/2/2026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9EBB32A-0AAC-481D-9359-40B383D8720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A11D7B77-AF86-44AB-954A-7BE378B59B44}" type="datetimeFigureOut">
              <a:rPr lang="en-US" smtClean="0"/>
              <a:pPr/>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EBB32A-0AAC-481D-9359-40B383D8720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A11D7B77-AF86-44AB-954A-7BE378B59B44}" type="datetimeFigureOut">
              <a:rPr lang="en-US" smtClean="0"/>
              <a:pPr/>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59EBB32A-0AAC-481D-9359-40B383D87202}"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11D7B77-AF86-44AB-954A-7BE378B59B44}" type="datetimeFigureOut">
              <a:rPr lang="en-US" smtClean="0"/>
              <a:pPr/>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EBB32A-0AAC-481D-9359-40B383D8720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11D7B77-AF86-44AB-954A-7BE378B59B44}" type="datetimeFigureOut">
              <a:rPr lang="en-US" smtClean="0"/>
              <a:pPr/>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EBB32A-0AAC-481D-9359-40B383D8720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A11D7B77-AF86-44AB-954A-7BE378B59B44}" type="datetimeFigureOut">
              <a:rPr lang="en-US" smtClean="0"/>
              <a:pPr/>
              <a:t>3/2/2026</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59EBB32A-0AAC-481D-9359-40B383D87202}"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371600"/>
            <a:ext cx="7851648" cy="2343152"/>
          </a:xfrm>
        </p:spPr>
        <p:txBody>
          <a:bodyPr/>
          <a:lstStyle/>
          <a:p>
            <a:pPr algn="ctr"/>
            <a:r>
              <a:rPr lang="en-US" dirty="0" err="1" smtClean="0"/>
              <a:t>XGBoostAlgorithm</a:t>
            </a:r>
            <a:endParaRPr lang="en-US" dirty="0"/>
          </a:p>
        </p:txBody>
      </p:sp>
      <p:sp>
        <p:nvSpPr>
          <p:cNvPr id="3" name="Subtitle 2"/>
          <p:cNvSpPr>
            <a:spLocks noGrp="1"/>
          </p:cNvSpPr>
          <p:nvPr>
            <p:ph type="subTitle" idx="1"/>
          </p:nvPr>
        </p:nvSpPr>
        <p:spPr>
          <a:xfrm flipV="1">
            <a:off x="533400" y="4981136"/>
            <a:ext cx="4038600" cy="162376"/>
          </a:xfrm>
        </p:spPr>
        <p:txBody>
          <a:bodyPr>
            <a:normAutofit fontScale="25000" lnSpcReduction="20000"/>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704088"/>
            <a:ext cx="8115328" cy="1724780"/>
          </a:xfrm>
        </p:spPr>
        <p:txBody>
          <a:bodyPr>
            <a:normAutofit fontScale="90000"/>
          </a:bodyPr>
          <a:lstStyle/>
          <a:p>
            <a:pPr algn="ctr"/>
            <a:r>
              <a:rPr lang="en-US" dirty="0" smtClean="0"/>
              <a:t/>
            </a:r>
            <a:br>
              <a:rPr lang="en-US" dirty="0" smtClean="0"/>
            </a:br>
            <a:r>
              <a:rPr lang="en-US" dirty="0" smtClean="0"/>
              <a:t/>
            </a:r>
            <a:br>
              <a:rPr lang="en-US" dirty="0" smtClean="0"/>
            </a:br>
            <a:r>
              <a:rPr lang="en-US" dirty="0" smtClean="0"/>
              <a:t/>
            </a:r>
            <a:br>
              <a:rPr lang="en-US" dirty="0" smtClean="0"/>
            </a:br>
            <a:r>
              <a:rPr lang="en-US" b="1" dirty="0" err="1" smtClean="0"/>
              <a:t>XG</a:t>
            </a:r>
            <a:r>
              <a:rPr lang="en-US" b="1" dirty="0" err="1" smtClean="0"/>
              <a:t>BoostRegressor</a:t>
            </a:r>
            <a:r>
              <a:rPr lang="en-US" b="1" dirty="0" smtClean="0"/>
              <a:t/>
            </a:r>
            <a:br>
              <a:rPr lang="en-US" b="1" dirty="0" smtClean="0"/>
            </a:br>
            <a:endParaRPr lang="en-US" b="1" dirty="0"/>
          </a:p>
        </p:txBody>
      </p:sp>
      <p:pic>
        <p:nvPicPr>
          <p:cNvPr id="1027" name="Picture 3"/>
          <p:cNvPicPr>
            <a:picLocks noChangeAspect="1" noChangeArrowheads="1"/>
          </p:cNvPicPr>
          <p:nvPr/>
        </p:nvPicPr>
        <p:blipFill>
          <a:blip r:embed="rId2"/>
          <a:srcRect/>
          <a:stretch>
            <a:fillRect/>
          </a:stretch>
        </p:blipFill>
        <p:spPr bwMode="auto">
          <a:xfrm>
            <a:off x="928661" y="1857364"/>
            <a:ext cx="7521429" cy="4429156"/>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t>
            </a:r>
            <a:r>
              <a:rPr lang="en-US" dirty="0" err="1" smtClean="0"/>
              <a:t>XG</a:t>
            </a:r>
            <a:r>
              <a:rPr lang="en-US" dirty="0" err="1" smtClean="0"/>
              <a:t>Boost</a:t>
            </a:r>
            <a:r>
              <a:rPr lang="en-US" dirty="0" smtClean="0"/>
              <a:t> </a:t>
            </a:r>
            <a:r>
              <a:rPr lang="en-US" dirty="0" err="1" smtClean="0"/>
              <a:t>regressor</a:t>
            </a:r>
            <a:r>
              <a:rPr lang="en-US" dirty="0" smtClean="0"/>
              <a:t> ?</a:t>
            </a:r>
            <a:endParaRPr lang="en-US" dirty="0"/>
          </a:p>
        </p:txBody>
      </p:sp>
      <p:sp>
        <p:nvSpPr>
          <p:cNvPr id="3" name="Content Placeholder 2"/>
          <p:cNvSpPr>
            <a:spLocks noGrp="1"/>
          </p:cNvSpPr>
          <p:nvPr>
            <p:ph idx="1"/>
          </p:nvPr>
        </p:nvSpPr>
        <p:spPr/>
        <p:txBody>
          <a:bodyPr>
            <a:normAutofit fontScale="70000" lnSpcReduction="20000"/>
          </a:bodyPr>
          <a:lstStyle/>
          <a:p>
            <a:pPr fontAlgn="base"/>
            <a:r>
              <a:rPr lang="en-US" dirty="0" smtClean="0">
                <a:solidFill>
                  <a:srgbClr val="273239"/>
                </a:solidFill>
                <a:latin typeface="Arial Black" pitchFamily="34" charset="0"/>
              </a:rPr>
              <a:t>It is an optimized implementation of </a:t>
            </a:r>
            <a:r>
              <a:rPr lang="en-US" dirty="0" smtClean="0">
                <a:latin typeface="Arial Black" pitchFamily="34" charset="0"/>
              </a:rPr>
              <a:t>Gradient boosting </a:t>
            </a:r>
            <a:r>
              <a:rPr lang="en-US" dirty="0" smtClean="0">
                <a:solidFill>
                  <a:srgbClr val="273239"/>
                </a:solidFill>
                <a:latin typeface="Arial Black" pitchFamily="34" charset="0"/>
              </a:rPr>
              <a:t>and </a:t>
            </a:r>
            <a:r>
              <a:rPr lang="en-US" dirty="0" smtClean="0">
                <a:solidFill>
                  <a:srgbClr val="273239"/>
                </a:solidFill>
                <a:latin typeface="Arial Black" pitchFamily="34" charset="0"/>
              </a:rPr>
              <a:t>is a type of ensemble </a:t>
            </a:r>
            <a:r>
              <a:rPr lang="en-US" dirty="0" smtClean="0">
                <a:solidFill>
                  <a:srgbClr val="273239"/>
                </a:solidFill>
                <a:latin typeface="Arial Black" pitchFamily="34" charset="0"/>
              </a:rPr>
              <a:t>learning</a:t>
            </a:r>
            <a:r>
              <a:rPr lang="en-US" dirty="0" smtClean="0">
                <a:solidFill>
                  <a:srgbClr val="273239"/>
                </a:solidFill>
                <a:latin typeface="Arial Black" pitchFamily="34" charset="0"/>
              </a:rPr>
              <a:t> method that combines multiple weak models to form a stronger model.</a:t>
            </a:r>
          </a:p>
          <a:p>
            <a:pPr fontAlgn="base">
              <a:buFont typeface="Arial"/>
              <a:buChar char="•"/>
            </a:pPr>
            <a:r>
              <a:rPr lang="en-US" dirty="0" err="1" smtClean="0">
                <a:solidFill>
                  <a:srgbClr val="273239"/>
                </a:solidFill>
                <a:latin typeface="Arial Black" pitchFamily="34" charset="0"/>
              </a:rPr>
              <a:t>XGBoost</a:t>
            </a:r>
            <a:r>
              <a:rPr lang="en-US" dirty="0" smtClean="0">
                <a:solidFill>
                  <a:srgbClr val="273239"/>
                </a:solidFill>
                <a:latin typeface="Arial Black" pitchFamily="34" charset="0"/>
              </a:rPr>
              <a:t> uses </a:t>
            </a:r>
            <a:r>
              <a:rPr lang="en-US" dirty="0" smtClean="0">
                <a:solidFill>
                  <a:srgbClr val="273239"/>
                </a:solidFill>
                <a:latin typeface="Arial Black" pitchFamily="34" charset="0"/>
              </a:rPr>
              <a:t>decision trees</a:t>
            </a:r>
            <a:r>
              <a:rPr lang="en-US" dirty="0" smtClean="0">
                <a:solidFill>
                  <a:srgbClr val="273239"/>
                </a:solidFill>
                <a:latin typeface="Arial Black" pitchFamily="34" charset="0"/>
              </a:rPr>
              <a:t> as its base learners and combines them sequentially to improve the model’s performance. Each new tree is trained to correct the errors made by the previous tree and this process is called </a:t>
            </a:r>
            <a:r>
              <a:rPr lang="en-US" dirty="0" smtClean="0">
                <a:solidFill>
                  <a:srgbClr val="273239"/>
                </a:solidFill>
                <a:latin typeface="Arial Black" pitchFamily="34" charset="0"/>
              </a:rPr>
              <a:t>boosting.</a:t>
            </a:r>
            <a:endParaRPr lang="en-US" dirty="0" smtClean="0">
              <a:solidFill>
                <a:srgbClr val="273239"/>
              </a:solidFill>
              <a:latin typeface="Arial Black" pitchFamily="34" charset="0"/>
            </a:endParaRPr>
          </a:p>
          <a:p>
            <a:pPr fontAlgn="base">
              <a:buFont typeface="Arial"/>
              <a:buChar char="•"/>
            </a:pPr>
            <a:r>
              <a:rPr lang="en-US" dirty="0" smtClean="0">
                <a:solidFill>
                  <a:srgbClr val="273239"/>
                </a:solidFill>
                <a:latin typeface="Arial Black" pitchFamily="34" charset="0"/>
              </a:rPr>
              <a:t>It has built-in parallel processing to train models on large datasets quickly. </a:t>
            </a:r>
            <a:r>
              <a:rPr lang="en-US" dirty="0" err="1" smtClean="0">
                <a:solidFill>
                  <a:srgbClr val="273239"/>
                </a:solidFill>
                <a:latin typeface="Arial Black" pitchFamily="34" charset="0"/>
              </a:rPr>
              <a:t>XGBoost</a:t>
            </a:r>
            <a:r>
              <a:rPr lang="en-US" dirty="0" smtClean="0">
                <a:solidFill>
                  <a:srgbClr val="273239"/>
                </a:solidFill>
                <a:latin typeface="Arial Black" pitchFamily="34" charset="0"/>
              </a:rPr>
              <a:t> also supports customizations allowing users to adjust model parameters to optimize performance based on the specific problem</a:t>
            </a:r>
            <a:r>
              <a:rPr lang="en-US" dirty="0" smtClean="0">
                <a:solidFill>
                  <a:srgbClr val="273239"/>
                </a:solidFill>
                <a:latin typeface="Arial Black" pitchFamily="34" charset="0"/>
              </a:rPr>
              <a:t>.</a:t>
            </a:r>
          </a:p>
          <a:p>
            <a:pPr fontAlgn="base">
              <a:buFont typeface="Arial"/>
              <a:buChar char="•"/>
            </a:pPr>
            <a:r>
              <a:rPr lang="en-US" dirty="0" smtClean="0">
                <a:solidFill>
                  <a:srgbClr val="273239"/>
                </a:solidFill>
                <a:latin typeface="Arial Black" pitchFamily="34" charset="0"/>
              </a:rPr>
              <a:t>It builds decision trees sequentially with each tree attempting to correct the mistakes made by the previous one.</a:t>
            </a:r>
            <a:endParaRPr lang="en-US" i="0" dirty="0">
              <a:solidFill>
                <a:srgbClr val="273239"/>
              </a:solidFill>
              <a:latin typeface="Arial Black"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Code:</a:t>
            </a:r>
            <a:endParaRPr lang="en-US" dirty="0"/>
          </a:p>
        </p:txBody>
      </p:sp>
      <p:sp>
        <p:nvSpPr>
          <p:cNvPr id="3" name="Content Placeholder 2"/>
          <p:cNvSpPr>
            <a:spLocks noGrp="1"/>
          </p:cNvSpPr>
          <p:nvPr>
            <p:ph idx="1"/>
          </p:nvPr>
        </p:nvSpPr>
        <p:spPr>
          <a:xfrm>
            <a:off x="457200" y="1935480"/>
            <a:ext cx="8543956" cy="4389120"/>
          </a:xfrm>
        </p:spPr>
        <p:txBody>
          <a:bodyPr/>
          <a:lstStyle/>
          <a:p>
            <a:pPr>
              <a:buNone/>
            </a:pPr>
            <a:r>
              <a:rPr lang="en-US" b="1" i="1" dirty="0" smtClean="0"/>
              <a:t>from </a:t>
            </a:r>
            <a:r>
              <a:rPr lang="en-US" b="1" i="1" dirty="0" err="1" smtClean="0"/>
              <a:t>xgboost</a:t>
            </a:r>
            <a:r>
              <a:rPr lang="en-US" b="1" i="1" dirty="0" smtClean="0"/>
              <a:t> import </a:t>
            </a:r>
            <a:r>
              <a:rPr lang="en-US" b="1" i="1" dirty="0" err="1" smtClean="0"/>
              <a:t>XGBRegressor</a:t>
            </a:r>
            <a:endParaRPr lang="en-US" b="1" i="1" dirty="0" smtClean="0"/>
          </a:p>
          <a:p>
            <a:pPr>
              <a:buNone/>
            </a:pPr>
            <a:r>
              <a:rPr lang="en-US" b="1" i="1" dirty="0" err="1" smtClean="0"/>
              <a:t>regressor</a:t>
            </a:r>
            <a:r>
              <a:rPr lang="en-US" b="1" i="1" dirty="0" smtClean="0"/>
              <a:t> </a:t>
            </a:r>
            <a:r>
              <a:rPr lang="en-US" b="1" i="1" dirty="0" smtClean="0"/>
              <a:t>= </a:t>
            </a:r>
            <a:r>
              <a:rPr lang="en-US" b="1" i="1" dirty="0" err="1" smtClean="0"/>
              <a:t>XGBRegressor</a:t>
            </a:r>
            <a:r>
              <a:rPr lang="en-US" b="1" i="1" dirty="0" smtClean="0"/>
              <a:t>()</a:t>
            </a:r>
          </a:p>
          <a:p>
            <a:pPr>
              <a:buNone/>
            </a:pPr>
            <a:r>
              <a:rPr lang="en-US" b="1" i="1" dirty="0" smtClean="0"/>
              <a:t>regressor.fit(</a:t>
            </a:r>
            <a:r>
              <a:rPr lang="en-US" b="1" i="1" dirty="0" err="1" smtClean="0"/>
              <a:t>x_train</a:t>
            </a:r>
            <a:r>
              <a:rPr lang="en-US" b="1" i="1" dirty="0" smtClean="0"/>
              <a:t>, </a:t>
            </a:r>
            <a:r>
              <a:rPr lang="en-US" b="1" i="1" dirty="0" err="1" smtClean="0"/>
              <a:t>y_train</a:t>
            </a:r>
            <a:r>
              <a:rPr lang="en-US" b="1" i="1" dirty="0" smtClean="0"/>
              <a:t>)</a:t>
            </a:r>
            <a:endParaRPr lang="en-US" b="1" i="1" dirty="0" smtClean="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95</TotalTime>
  <Words>26</Words>
  <Application>Microsoft Office PowerPoint</Application>
  <PresentationFormat>On-screen Show (4:3)</PresentationFormat>
  <Paragraphs>11</Paragraphs>
  <Slides>4</Slides>
  <Notes>0</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Flow</vt:lpstr>
      <vt:lpstr>XGBoostAlgorithm</vt:lpstr>
      <vt:lpstr>   XGBoostRegressor </vt:lpstr>
      <vt:lpstr>What is XGBoost regressor ?</vt:lpstr>
      <vt:lpstr>Code: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AdaBoostAlgorithm</dc:title>
  <dc:creator>user</dc:creator>
  <cp:lastModifiedBy>user</cp:lastModifiedBy>
  <cp:revision>10</cp:revision>
  <dcterms:created xsi:type="dcterms:W3CDTF">2026-03-01T13:53:59Z</dcterms:created>
  <dcterms:modified xsi:type="dcterms:W3CDTF">2026-03-02T09:57:17Z</dcterms:modified>
</cp:coreProperties>
</file>